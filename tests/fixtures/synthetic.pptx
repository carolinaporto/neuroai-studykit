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contrast with classical programming: in ML the data and the desired output are given, and the program (the model's parameters) is what gets 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Stochastic gradient descent computes the gradient on a small random batch instead of the full dataset each step, which is noisier per step but far cheaper, and the noise itself can help escape shallow local minima.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Early stopping means halting training when validation loss stops improving, even if training loss would keep going down -- the gap between the two curves is the signature of overfitting.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program that improves at a task from experience (data), instead of following only hand-written rules.</a:t>
            </a:r>
          </a:p>
          <a:p>
            <a:r>
              <a:t>Three broad families: supervised, unsupervised, and reinforcement learning.</a:t>
            </a:r>
          </a:p>
          <a:p>
            <a:r>
              <a:t>Performance is measured on data the model did not train on, not on the training set.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vs. Unsupervised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 learning: every training example has a label; regression predicts a number, classification predicts a category.</a:t>
            </a:r>
          </a:p>
          <a:p>
            <a:r>
              <a:t>Unsupervised learning: no labels; the goal is to find structure, such as clusters or a lower-dimensional representation.</a:t>
            </a:r>
          </a:p>
          <a:p>
            <a:r>
              <a:t>Semi-supervised and self-supervised methods use a small labeled set plus a large unlabeled 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Descent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loss function measures how wrong the model's predictions are on a batch of examples.</a:t>
            </a:r>
          </a:p>
          <a:p>
            <a:r>
              <a:t>The gradient of the loss with respect to each parameter points in the direction of steepest increase.</a:t>
            </a:r>
          </a:p>
          <a:p>
            <a:r>
              <a:t>Each step moves the parameters a small distance in the opposite direction, scaled by a learning rate.</a:t>
            </a:r>
          </a:p>
          <a:p>
            <a:r>
              <a:t>Too large a learning rate overshoots and diverges; too small converges too slowly.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Chain rule applied layer by layer.</a:t>
            </a:r>
          </a:p>
          <a:p>
            <a:r>
              <a:t>Reuses intermediate values from the forward pass.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Overfitting and 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model overfits when it fits the noise in the training set and its performance on held-out data gets worse even as training loss keeps improving.</a:t>
            </a:r>
          </a:p>
          <a:p>
            <a:r>
              <a:t>Regularization techniques (L2 weight penalties, dropout, early stopping) trade a bit of training performance for better generalization.</a:t>
            </a:r>
          </a:p>
          <a:p>
            <a:r>
              <a:t>A validation set, separate from both training and test data, is used to choose these hyperparameters without leaking information from the test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